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CodeAlpha Cyber Security Internship – Task 2</a:t>
            </a:r>
          </a:p>
          <a:p>
            <a:pPr>
              <a:defRPr sz="2200"/>
            </a:pPr>
            <a:r>
              <a:t>Awareness module on identifying and preventing phishing attacks.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Phishing tricks people into giving sensitive information.</a:t>
            </a:r>
          </a:p>
          <a:p>
            <a:pPr>
              <a:defRPr sz="1900"/>
            </a:pPr>
            <a:r>
              <a:t>Attackers may use emails, SMS, social media, or fake websites.</a:t>
            </a:r>
          </a:p>
          <a:p>
            <a:pPr>
              <a:defRPr sz="1900"/>
            </a:pPr>
            <a:r>
              <a:t>Targets can include passwords, OTPs, banking details, and account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Unexpected or urgent request.</a:t>
            </a:r>
          </a:p>
          <a:p>
            <a:pPr>
              <a:defRPr sz="1900"/>
            </a:pPr>
            <a:r>
              <a:t>Suspicious sender address or domain.</a:t>
            </a:r>
          </a:p>
          <a:p>
            <a:pPr>
              <a:defRPr sz="1900"/>
            </a:pPr>
            <a:r>
              <a:t>Spelling, grammar, or unusual wording.</a:t>
            </a:r>
          </a:p>
          <a:p>
            <a:pPr>
              <a:defRPr sz="1900"/>
            </a:pPr>
            <a:r>
              <a:t>Link does not match the claimed organization.</a:t>
            </a:r>
          </a:p>
          <a:p>
            <a:pPr>
              <a:defRPr sz="1900"/>
            </a:pPr>
            <a:r>
              <a:t>Request for password, OTP, payment, or sensitive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A fake site can copy a real site's design and logo.</a:t>
            </a:r>
          </a:p>
          <a:p>
            <a:pPr>
              <a:defRPr sz="1900"/>
            </a:pPr>
            <a:r>
              <a:t>Check the complete website address carefully.</a:t>
            </a:r>
          </a:p>
          <a:p>
            <a:pPr>
              <a:defRPr sz="1900"/>
            </a:pPr>
            <a:r>
              <a:t>Look for misspelled or unusual domains.</a:t>
            </a:r>
          </a:p>
          <a:p>
            <a:pPr>
              <a:defRPr sz="1900"/>
            </a:pPr>
            <a:r>
              <a:t>When possible, open the official site/app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Attackers manipulate human trust and emotions.</a:t>
            </a:r>
          </a:p>
          <a:p>
            <a:pPr>
              <a:defRPr sz="1900"/>
            </a:pPr>
            <a:r>
              <a:t>They may pretend to be bank staff, support agents, recruiters, or friends.</a:t>
            </a:r>
          </a:p>
          <a:p>
            <a:pPr>
              <a:defRPr sz="1900"/>
            </a:pPr>
            <a:r>
              <a:t>Common pressure methods are urgency, fear, authority, and curiosity.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Stay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Never share passwords or OTPs.</a:t>
            </a:r>
          </a:p>
          <a:p>
            <a:pPr>
              <a:defRPr sz="1900"/>
            </a:pPr>
            <a:r>
              <a:t>Use strong, unique passwords and multi-factor authentication.</a:t>
            </a:r>
          </a:p>
          <a:p>
            <a:pPr>
              <a:defRPr sz="1900"/>
            </a:pPr>
            <a:r>
              <a:t>Keep devices and browsers updated.</a:t>
            </a:r>
          </a:p>
          <a:p>
            <a:pPr>
              <a:defRPr sz="1900"/>
            </a:pPr>
            <a:r>
              <a:t>Verify unusual requests through an official 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Message: “Your account will be blocked today. Click this link.”</a:t>
            </a:r>
          </a:p>
          <a:p>
            <a:pPr>
              <a:defRPr sz="1900"/>
            </a:pPr>
            <a:r>
              <a:t>Safe action: Do not use the message link.</a:t>
            </a:r>
          </a:p>
          <a:p>
            <a:pPr>
              <a:defRPr sz="1900"/>
            </a:pPr>
            <a:r>
              <a:t>Open the official app/site yourself and check the account there.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1. Share an OTP with a caller? → No.</a:t>
            </a:r>
          </a:p>
          <a:p>
            <a:pPr>
              <a:defRPr sz="1900"/>
            </a:pPr>
            <a:r>
              <a:t>2. Can a fake website copy a real one? → Yes.</a:t>
            </a:r>
          </a:p>
          <a:p>
            <a:pPr>
              <a:defRPr sz="1900"/>
            </a:pPr>
            <a:r>
              <a:t>3. What should you do with an unexpected login link? → Verify using the official site/app.</a:t>
            </a:r>
          </a:p>
          <a:p>
            <a:pPr>
              <a:defRPr sz="1900"/>
            </a:pPr>
            <a:r>
              <a:t>4. What is phishing? → A deceptive attempt to obtain information or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Pause before clicking.</a:t>
            </a:r>
          </a:p>
          <a:p>
            <a:pPr>
              <a:defRPr sz="1900"/>
            </a:pPr>
            <a:r>
              <a:t>Verify sender and website.</a:t>
            </a:r>
          </a:p>
          <a:p>
            <a:pPr>
              <a:defRPr sz="1900"/>
            </a:pPr>
            <a:r>
              <a:t>Protect passwords and OTPs.</a:t>
            </a:r>
          </a:p>
          <a:p>
            <a:pPr>
              <a:defRPr sz="1900"/>
            </a:pPr>
            <a:r>
              <a:t>Use official channels for important requests.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